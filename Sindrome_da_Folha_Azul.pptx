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Sindrome da Folha Azul</a:t>
            </a:r>
          </a:p>
          <a:p>
            <a:pPr algn="ctr"/>
            <a:r>
              <a:rPr sz="2400" b="0" i="0">
                <a:solidFill>
                  <a:srgbClr val="A9D6E5"/>
                </a:solidFill>
                <a:latin typeface="Calibri"/>
              </a:rPr>
              <a:t>Uma doenca rara que afeta o sistema respiratorio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Aluno: (Seu nome)</a:t>
            </a:r>
          </a:p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Turma: (Sua turma)</a:t>
            </a:r>
          </a:p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Data: (Data da apresentacao)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5F8C"/>
                </a:solidFill>
                <a:latin typeface="Calibri"/>
              </a:rPr>
              <a:t>Imagem sugerida: pessoa em ambiente de floresta com tons azulados.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O que e a Sindrome da Folha Azul?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A Sindrome da Folha Azul seria uma doenca causada pela exposicao prolongada a um fungo encontrado em florestas umidas. Segundo relatos ficticios, esse fungo liberaria particulas microscopicas capazes de afetar o organismo humano.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A doenca receberia esse nome devido ao aparecimento de manchas azuladas na pele dos infectados.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5F8C"/>
                </a:solidFill>
                <a:latin typeface="Calibri"/>
              </a:rPr>
              <a:t>Imagem sugerida: ilustracao de fungos em ambiente natural.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Origem da doenca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Acredita-se que a Sindrome da Folha Azul teria surgido em regioes de mata fechada e alta umidade.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O fungo responsavel se desenvolveria em folhas em decomposicao e locais pouco iluminados.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Essas condicoes favoreceriam a liberacao de esporos que poderiam ser inalados por pessoas que frequentassem essas areas.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5F8C"/>
                </a:solidFill>
                <a:latin typeface="Calibri"/>
              </a:rPr>
              <a:t>Imagem sugerida: floresta umida.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Principais sintomas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Os sintomas comecariam de forma leve e aumentariam com o tempo.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Tosse persistente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Cansaco excessivo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Febre baixa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Dificuldade para respirar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Tontura ocasional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Manchas azuladas nos bracos e pernas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5F8C"/>
                </a:solidFill>
                <a:latin typeface="Calibri"/>
              </a:rPr>
              <a:t>Imagem sugerida: infografico medico.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Como ocorreria a transmissao?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A transmissao aconteceria pela inalacao dos esporos presentes no ambiente.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Locais fechados, umidos e com pouca circulacao de ar apresentariam maior risco.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A doenca nao seria transmitida de pessoa para pessoa.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5F8C"/>
                </a:solidFill>
                <a:latin typeface="Calibri"/>
              </a:rPr>
              <a:t>Imagem sugerida: particulas microscopicas no 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Diagnostico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O diagnostico seria realizado por meio de: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Exames de sangue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Avaliacao respiratoria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Analise das manchas na pele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Historico de exposicao a areas de mata umida</a:t>
            </a:r>
          </a:p>
          <a:p>
            <a:pPr algn="l">
              <a:spcBef>
                <a:spcPts val="1000"/>
              </a:spcBef>
            </a:pPr>
            <a:r>
              <a:rPr sz="2200" b="0" i="0">
                <a:solidFill>
                  <a:srgbClr val="333333"/>
                </a:solidFill>
                <a:latin typeface="Calibri"/>
              </a:rPr>
              <a:t>Os medicos buscariam identificar sinais da presenca do fungo no organismo.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5F8C"/>
                </a:solidFill>
                <a:latin typeface="Calibri"/>
              </a:rPr>
              <a:t>Imagem sugerida: medico analisando exames.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Tratamento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O tratamento incluiria: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Repouso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Hidratacao adequada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Alimentacao equilibrada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Medicamentos antifungicos especificos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Acompanhamento medico regular</a:t>
            </a:r>
          </a:p>
          <a:p>
            <a:pPr algn="l">
              <a:spcBef>
                <a:spcPts val="1000"/>
              </a:spcBef>
            </a:pPr>
            <a:r>
              <a:rPr sz="2200" b="0" i="0">
                <a:solidFill>
                  <a:srgbClr val="333333"/>
                </a:solidFill>
                <a:latin typeface="Calibri"/>
              </a:rPr>
              <a:t>A recuperacao dependeria da gravidade dos sintomas.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5F8C"/>
                </a:solidFill>
                <a:latin typeface="Calibri"/>
              </a:rPr>
              <a:t>Imagem sugerida: atendimento medico.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Cura e prevencao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A Sindrome da Folha Azul teria cura quando tratada corretamente.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333333"/>
                </a:solidFill>
                <a:latin typeface="Calibri"/>
              </a:rPr>
              <a:t>Formas de prevencao: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Uso de mascaras em areas de mata umida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Evitar locais com excesso de fungos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Manter ambientes ventilados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Procurar ajuda medica ao surgirem sintomas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5F8C"/>
                </a:solidFill>
                <a:latin typeface="Calibri"/>
              </a:rPr>
              <a:t>Imagem sugerida: pessoa usando mascara em area de floresta.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A verdade sobre essa doenca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</a:pPr>
            <a:r>
              <a:rPr sz="2400" b="0" i="0">
                <a:solidFill>
                  <a:srgbClr val="A9D6E5"/>
                </a:solidFill>
                <a:latin typeface="Calibri"/>
              </a:rPr>
              <a:t>Ate aqui, todas as informacoes apresentadas pareciam reais.</a:t>
            </a:r>
          </a:p>
          <a:p>
            <a:pPr algn="ctr">
              <a:spcAft>
                <a:spcPts val="2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Porem, a Sindrome da Folha Azul NAO EXISTE.</a:t>
            </a:r>
          </a:p>
          <a:p>
            <a:pPr algn="ctr"/>
            <a:r>
              <a:rPr sz="2200" b="0" i="0">
                <a:solidFill>
                  <a:srgbClr val="A9D6E5"/>
                </a:solidFill>
                <a:latin typeface="Calibri"/>
              </a:rPr>
              <a:t>Ela foi criada apenas para demonstrar como uma noticia falsa pode parecer verdadeira quando utiliza linguagem cientifica, sintomas detalhados e explicacoes convincentes.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5F8C"/>
                </a:solidFill>
                <a:latin typeface="Calibri"/>
              </a:rPr>
              <a:t>Imagem sugerida: simbolo de alerta ou fake news.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Conclusao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As fake news podem enganar muitas pessoas, principalmente quando tratam de assuntos relacionados a saude.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333333"/>
                </a:solidFill>
                <a:latin typeface="Calibri"/>
              </a:rPr>
              <a:t>Por isso, e importante: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Verificar as fontes da informacao.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Consultar profissionais da area.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Desconfiar de noticias sem comprovacao cientifica.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E5F8C"/>
                </a:solidFill>
                <a:latin typeface="Calibri"/>
              </a:rPr>
              <a:t>- Buscar informacoes em sites confiaveis.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1">
                <a:solidFill>
                  <a:srgbClr val="FFFFFF"/>
                </a:solidFill>
                <a:latin typeface="Calibri"/>
              </a:rPr>
              <a:t>"Nem tudo o que parece cientifico e verdadeiro. Sempre confira a fonte da informacao."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